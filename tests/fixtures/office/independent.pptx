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a30f62e9fa4df0" /><Relationship Type="http://schemas.openxmlformats.org/officeDocument/2006/relationships/extended-properties" Target="/docProps/app.xml" Id="Rdf64a2efad4c41e4" /><Relationship Type="http://schemas.openxmlformats.org/officeDocument/2006/relationships/officeDocument" Target="/ppt/presentation.xml" Id="R600dc56458604b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c2390b358541b9"/>
  </p:sldMasterIdLst>
  <p:notesMasterIdLst>
    <p:notesMasterId xmlns:r="http://schemas.openxmlformats.org/officeDocument/2006/relationships" r:id="R67fc45d7b6524305"/>
  </p:notesMasterIdLst>
  <p:sldIdLst>
    <p:sldId xmlns:r="http://schemas.openxmlformats.org/officeDocument/2006/relationships" id="256" r:id="Rae7bc13837f249c8"/>
    <p:sldId xmlns:r="http://schemas.openxmlformats.org/officeDocument/2006/relationships" id="257" r:id="R5a7006f72a2e45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37245665d84acb" /><Relationship Type="http://schemas.openxmlformats.org/officeDocument/2006/relationships/slideMaster" Target="/ppt/slideMasters/slideMaster1.xml" Id="Rd6c2390b358541b9" /><Relationship Type="http://schemas.openxmlformats.org/officeDocument/2006/relationships/notesMaster" Target="/ppt/notesMasters/notesMaster1.xml" Id="R67fc45d7b6524305" /><Relationship Type="http://schemas.openxmlformats.org/officeDocument/2006/relationships/presProps" Target="/ppt/presProps.xml" Id="Rc02e5ce905a04171" /><Relationship Type="http://schemas.openxmlformats.org/officeDocument/2006/relationships/tableStyles" Target="/ppt/tableStyles.xml" Id="R25d5f1dafed74010" /><Relationship Type="http://schemas.openxmlformats.org/officeDocument/2006/relationships/slide" Target="/ppt/slides/slide1.xml" Id="Rae7bc13837f249c8" /><Relationship Type="http://schemas.openxmlformats.org/officeDocument/2006/relationships/slide" Target="/ppt/slides/slide2.xml" Id="R5a7006f72a2e45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219fc9dcb943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eb231acd7a434c" /><Relationship Type="http://schemas.openxmlformats.org/officeDocument/2006/relationships/notesMaster" Target="/ppt/notesMasters/notesMaster1.xml" Id="R38cf4072df154b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d99b65a9be4dfa" /><Relationship Type="http://schemas.openxmlformats.org/officeDocument/2006/relationships/notesMaster" Target="/ppt/notesMasters/notesMaster1.xml" Id="Rf0220769e4394c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9d4a33f594e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7a97aef13346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7dd6847b124ff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8a0b6487b04c2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20a6e59a2842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303ec33ad947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761E3B-54B4-457C-ACC7-77666A01C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75D691-0FC5-4A99-81BB-A71791A7CB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A98B4D0-0FC5-4D42-8338-E149D3A16C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9347FF-0991-4AC6-91E2-C53C438BEB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8C16E3E-3040-43B6-B558-FB54F8CAE6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A8D2D8-5422-4415-9AD0-77A4773D29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6CF0E0-399C-4696-A036-D609C48676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E2FC7DE-5863-441D-BC5B-42B906B565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BD8F4B-D9F0-45BE-ACE6-C221B566AB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9B1081-7A0C-4D21-B6D8-D85C1D7B51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bae9bb998e4779" /><Relationship Type="http://schemas.openxmlformats.org/officeDocument/2006/relationships/slideLayout" Target="/ppt/slideLayouts/slideLayout1.xml" Id="Rc017b6b866b648cf" /><Relationship Type="http://schemas.openxmlformats.org/officeDocument/2006/relationships/slideLayout" Target="/ppt/slideLayouts/slideLayout2.xml" Id="R92df9c42d7f14688" /><Relationship Type="http://schemas.openxmlformats.org/officeDocument/2006/relationships/slideLayout" Target="/ppt/slideLayouts/slideLayout3.xml" Id="Ra8f804818a5f41aa" /><Relationship Type="http://schemas.openxmlformats.org/officeDocument/2006/relationships/slideLayout" Target="/ppt/slideLayouts/slideLayout4.xml" Id="Ra01ba88d99b84743" /><Relationship Type="http://schemas.openxmlformats.org/officeDocument/2006/relationships/slideLayout" Target="/ppt/slideLayouts/slideLayout5.xml" Id="R41b03dd503924a50" /><Relationship Type="http://schemas.openxmlformats.org/officeDocument/2006/relationships/slideLayout" Target="/ppt/slideLayouts/slideLayout6.xml" Id="Rd5e5f8e541d847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17b6b866b648cf"/>
    <p:sldLayoutId xmlns:r="http://schemas.openxmlformats.org/officeDocument/2006/relationships" id="2147483650" r:id="R92df9c42d7f14688"/>
    <p:sldLayoutId xmlns:r="http://schemas.openxmlformats.org/officeDocument/2006/relationships" id="2147483651" r:id="Ra8f804818a5f41aa"/>
    <p:sldLayoutId xmlns:r="http://schemas.openxmlformats.org/officeDocument/2006/relationships" id="2147483652" r:id="Ra01ba88d99b84743"/>
    <p:sldLayoutId xmlns:r="http://schemas.openxmlformats.org/officeDocument/2006/relationships" id="2147483653" r:id="R41b03dd503924a50"/>
    <p:sldLayoutId xmlns:r="http://schemas.openxmlformats.org/officeDocument/2006/relationships" id="2147483654" r:id="Rd5e5f8e541d847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918f6c4a2e417c" /><Relationship Type="http://schemas.openxmlformats.org/officeDocument/2006/relationships/notesSlide" Target="/ppt/notesSlides/notesSlide1.xml" Id="Rf26a20f7f7104d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810fa07069431f" /><Relationship Type="http://schemas.openxmlformats.org/officeDocument/2006/relationships/notesSlide" Target="/ppt/notesSlides/notesSlide2.xml" Id="R39a2bfc4ff2248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3334E-F3ED-4C40-B81A-C08E7F79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2030"/>
                </a:solidFill>
              </a:defRPr>
            </a:defPPr>
            <a:lvl1pPr>
              <a:defRPr sz="3300" b="1">
                <a:solidFill>
                  <a:srgbClr val="202030"/>
                </a:solidFill>
              </a:defRPr>
            </a:lvl1pPr>
            <a:lvl2pPr>
              <a:defRPr sz="3300" b="1">
                <a:solidFill>
                  <a:srgbClr val="202030"/>
                </a:solidFill>
              </a:defRPr>
            </a:lvl2pPr>
            <a:lvl3pPr>
              <a:defRPr sz="3300" b="1">
                <a:solidFill>
                  <a:srgbClr val="202030"/>
                </a:solidFill>
              </a:defRPr>
            </a:lvl3pPr>
            <a:lvl4pPr>
              <a:defRPr sz="3300" b="1">
                <a:solidFill>
                  <a:srgbClr val="202030"/>
                </a:solidFill>
              </a:defRPr>
            </a:lvl4pPr>
            <a:lvl5pPr>
              <a:defRPr sz="3300" b="1">
                <a:solidFill>
                  <a:srgbClr val="202030"/>
                </a:solidFill>
              </a:defRPr>
            </a:lvl5pPr>
            <a:lvl6pPr>
              <a:defRPr sz="3300" b="1">
                <a:solidFill>
                  <a:srgbClr val="202030"/>
                </a:solidFill>
              </a:defRPr>
            </a:lvl6pPr>
            <a:lvl7pPr>
              <a:defRPr sz="3300" b="1">
                <a:solidFill>
                  <a:srgbClr val="202030"/>
                </a:solidFill>
              </a:defRPr>
            </a:lvl7pPr>
            <a:lvl8pPr>
              <a:defRPr sz="3300" b="1">
                <a:solidFill>
                  <a:srgbClr val="202030"/>
                </a:solidFill>
              </a:defRPr>
            </a:lvl8pPr>
            <a:lvl9pPr>
              <a:defRPr sz="3300" b="1">
                <a:solidFill>
                  <a:srgbClr val="202030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030"/>
                </a:solidFill>
              </a:defRPr>
            </a:pPr>
            <a:r>
              <a:rPr sz="3300" b="1">
                <a:solidFill>
                  <a:srgbClr val="202030"/>
                </a:solidFill>
              </a:rPr>
              <a:t>Independent first slide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9ADE2-D96C-4E03-8C3B-8E42E827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202030"/>
                </a:solidFill>
              </a:defRPr>
            </a:defPPr>
            <a:lvl1pPr>
              <a:defRPr sz="1800">
                <a:solidFill>
                  <a:srgbClr val="202030"/>
                </a:solidFill>
              </a:defRPr>
            </a:lvl1pPr>
            <a:lvl2pPr>
              <a:defRPr sz="1800">
                <a:solidFill>
                  <a:srgbClr val="202030"/>
                </a:solidFill>
              </a:defRPr>
            </a:lvl2pPr>
            <a:lvl3pPr>
              <a:defRPr sz="1800">
                <a:solidFill>
                  <a:srgbClr val="202030"/>
                </a:solidFill>
              </a:defRPr>
            </a:lvl3pPr>
            <a:lvl4pPr>
              <a:defRPr sz="1800">
                <a:solidFill>
                  <a:srgbClr val="202030"/>
                </a:solidFill>
              </a:defRPr>
            </a:lvl4pPr>
            <a:lvl5pPr>
              <a:defRPr sz="1800">
                <a:solidFill>
                  <a:srgbClr val="202030"/>
                </a:solidFill>
              </a:defRPr>
            </a:lvl5pPr>
            <a:lvl6pPr>
              <a:defRPr sz="1800">
                <a:solidFill>
                  <a:srgbClr val="202030"/>
                </a:solidFill>
              </a:defRPr>
            </a:lvl6pPr>
            <a:lvl7pPr>
              <a:defRPr sz="1800">
                <a:solidFill>
                  <a:srgbClr val="202030"/>
                </a:solidFill>
              </a:defRPr>
            </a:lvl7pPr>
            <a:lvl8pPr>
              <a:defRPr sz="1800">
                <a:solidFill>
                  <a:srgbClr val="202030"/>
                </a:solidFill>
              </a:defRPr>
            </a:lvl8pPr>
            <a:lvl9pPr>
              <a:defRPr sz="1800">
                <a:solidFill>
                  <a:srgbClr val="202030"/>
                </a:solidFill>
              </a:defRPr>
            </a:lvl9pPr>
          </a:lstStyle>
          <a:p xmlns:a="http://schemas.openxmlformats.org/drawingml/2006/main">
            <a:pPr>
              <a:defRPr sz="1800">
                <a:solidFill>
                  <a:srgbClr val="202030"/>
                </a:solidFill>
              </a:defRPr>
            </a:pPr>
            <a:r>
              <a:rPr sz="1800">
                <a:solidFill>
                  <a:srgbClr val="202030"/>
                </a:solidFill>
              </a:rPr>
              <a:t>A separate presentation source</a:t>
            </a:r>
          </a:p>
        </p:txBody>
      </p:sp>
    </p:spTree>
    <p:extLst>
      <p:ext uri="{BB962C8B-B14F-4D97-AF65-F5344CB8AC3E}">
        <p14:creationId xmlns:p14="http://schemas.microsoft.com/office/powerpoint/2010/main" val="1326510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FBC14-30C9-418D-A7A2-02797625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2030"/>
                </a:solidFill>
              </a:defRPr>
            </a:defPPr>
            <a:lvl1pPr>
              <a:defRPr sz="3300" b="1">
                <a:solidFill>
                  <a:srgbClr val="202030"/>
                </a:solidFill>
              </a:defRPr>
            </a:lvl1pPr>
            <a:lvl2pPr>
              <a:defRPr sz="3300" b="1">
                <a:solidFill>
                  <a:srgbClr val="202030"/>
                </a:solidFill>
              </a:defRPr>
            </a:lvl2pPr>
            <a:lvl3pPr>
              <a:defRPr sz="3300" b="1">
                <a:solidFill>
                  <a:srgbClr val="202030"/>
                </a:solidFill>
              </a:defRPr>
            </a:lvl3pPr>
            <a:lvl4pPr>
              <a:defRPr sz="3300" b="1">
                <a:solidFill>
                  <a:srgbClr val="202030"/>
                </a:solidFill>
              </a:defRPr>
            </a:lvl4pPr>
            <a:lvl5pPr>
              <a:defRPr sz="3300" b="1">
                <a:solidFill>
                  <a:srgbClr val="202030"/>
                </a:solidFill>
              </a:defRPr>
            </a:lvl5pPr>
            <a:lvl6pPr>
              <a:defRPr sz="3300" b="1">
                <a:solidFill>
                  <a:srgbClr val="202030"/>
                </a:solidFill>
              </a:defRPr>
            </a:lvl6pPr>
            <a:lvl7pPr>
              <a:defRPr sz="3300" b="1">
                <a:solidFill>
                  <a:srgbClr val="202030"/>
                </a:solidFill>
              </a:defRPr>
            </a:lvl7pPr>
            <a:lvl8pPr>
              <a:defRPr sz="3300" b="1">
                <a:solidFill>
                  <a:srgbClr val="202030"/>
                </a:solidFill>
              </a:defRPr>
            </a:lvl8pPr>
            <a:lvl9pPr>
              <a:defRPr sz="3300" b="1">
                <a:solidFill>
                  <a:srgbClr val="202030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030"/>
                </a:solidFill>
              </a:defRPr>
            </a:pPr>
            <a:r>
              <a:rPr sz="3300" b="1">
                <a:solidFill>
                  <a:srgbClr val="202030"/>
                </a:solidFill>
              </a:rPr>
              <a:t>Independent second slide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7075C-2ED7-431F-80B5-040A4C65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202030"/>
                </a:solidFill>
              </a:defRPr>
            </a:defPPr>
            <a:lvl1pPr>
              <a:defRPr sz="1800">
                <a:solidFill>
                  <a:srgbClr val="202030"/>
                </a:solidFill>
              </a:defRPr>
            </a:lvl1pPr>
            <a:lvl2pPr>
              <a:defRPr sz="1800">
                <a:solidFill>
                  <a:srgbClr val="202030"/>
                </a:solidFill>
              </a:defRPr>
            </a:lvl2pPr>
            <a:lvl3pPr>
              <a:defRPr sz="1800">
                <a:solidFill>
                  <a:srgbClr val="202030"/>
                </a:solidFill>
              </a:defRPr>
            </a:lvl3pPr>
            <a:lvl4pPr>
              <a:defRPr sz="1800">
                <a:solidFill>
                  <a:srgbClr val="202030"/>
                </a:solidFill>
              </a:defRPr>
            </a:lvl4pPr>
            <a:lvl5pPr>
              <a:defRPr sz="1800">
                <a:solidFill>
                  <a:srgbClr val="202030"/>
                </a:solidFill>
              </a:defRPr>
            </a:lvl5pPr>
            <a:lvl6pPr>
              <a:defRPr sz="1800">
                <a:solidFill>
                  <a:srgbClr val="202030"/>
                </a:solidFill>
              </a:defRPr>
            </a:lvl6pPr>
            <a:lvl7pPr>
              <a:defRPr sz="1800">
                <a:solidFill>
                  <a:srgbClr val="202030"/>
                </a:solidFill>
              </a:defRPr>
            </a:lvl7pPr>
            <a:lvl8pPr>
              <a:defRPr sz="1800">
                <a:solidFill>
                  <a:srgbClr val="202030"/>
                </a:solidFill>
              </a:defRPr>
            </a:lvl8pPr>
            <a:lvl9pPr>
              <a:defRPr sz="1800">
                <a:solidFill>
                  <a:srgbClr val="202030"/>
                </a:solidFill>
              </a:defRPr>
            </a:lvl9pPr>
          </a:lstStyle>
          <a:p xmlns:a="http://schemas.openxmlformats.org/drawingml/2006/main">
            <a:pPr>
              <a:defRPr sz="1800">
                <a:solidFill>
                  <a:srgbClr val="202030"/>
                </a:solidFill>
              </a:defRPr>
            </a:pPr>
            <a:r>
              <a:rPr sz="1800">
                <a:solidFill>
                  <a:srgbClr val="202030"/>
                </a:solidFill>
              </a:rPr>
              <a:t>Another editable text box</a:t>
            </a:r>
          </a:p>
        </p:txBody>
      </p:sp>
    </p:spTree>
    <p:extLst>
      <p:ext uri="{BB962C8B-B14F-4D97-AF65-F5344CB8AC3E}">
        <p14:creationId xmlns:p14="http://schemas.microsoft.com/office/powerpoint/2010/main" val="3505402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2026-10-30T18:18:56.3580000Z</dcterms:created>
  <dcterms:modified xsi:type="dcterms:W3CDTF">2026-10-30T18:18:56.3590000Z</dcterms:modified>
</coreProperties>
</file>